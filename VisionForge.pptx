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E5FD8">
              <a:alpha val="18000"/>
            </a:srgbClr>
          </a:solidFill>
          <a:ln w="12700">
            <a:solidFill>
              <a:srgbClr val="1E5F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FACFE">
              <a:alpha val="12000"/>
            </a:srgbClr>
          </a:solidFill>
          <a:ln w="12700">
            <a:solidFill>
              <a:srgbClr val="4FACF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AI · VISION · INNOVATION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FAC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Building the future with intelligent visual 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371600" cy="36576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Pitch Deck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0FE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291840"/>
          </a:xfrm>
          <a:prstGeom prst="rect">
            <a:avLst/>
          </a:prstGeom>
          <a:solidFill>
            <a:srgbClr val="E8F0FE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Inefficient Workflows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Manual visual inspection processes are slow, error-prone, and unable to scale with growing data demands.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29184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Lack of Insight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Organizations struggle to extract actionable intelligence from vast volumes of unstructured visual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291840"/>
          </a:xfrm>
          <a:prstGeom prst="rect">
            <a:avLst/>
          </a:prstGeom>
          <a:solidFill>
            <a:srgbClr val="E8F0FE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High Operational 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5146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Reliance on human reviewers drives up costs and creates bottlenecks that stall critical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E5FD8">
              <a:alpha val="15000"/>
            </a:srgbClr>
          </a:solidFill>
          <a:ln w="12700">
            <a:solidFill>
              <a:srgbClr val="1E5FD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0FE"/>
                </a:solidFill>
              </a:rPr>
              <a:t>VisionForge delivers an end-to-end AI-powered platform that automates visual intelligence — turning raw images and video into structured, actionable insights at enterprise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1148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640080" cy="64008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Automation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Replace manual review with AI that never sleeps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41148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57800" y="2286000"/>
            <a:ext cx="640080" cy="64008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Live dashboards with instant visual processing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41148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611880"/>
            <a:ext cx="640080" cy="64008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Seamless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Plug into existing enterprise tech stacks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0" y="3429000"/>
            <a:ext cx="4114800" cy="10972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3611880"/>
            <a:ext cx="640080" cy="64008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 Security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SOC2 compliant, on-prem or cloud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0FE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03120" y="1920240"/>
            <a:ext cx="411480" cy="54864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371600" cy="137160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Upload images, video feeds, or live camera streams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920240"/>
            <a:ext cx="411480" cy="54864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234440"/>
            <a:ext cx="1371600" cy="13716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2316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Process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models analyze, classify, and detect patterns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411480" cy="54864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234440"/>
            <a:ext cx="1371600" cy="137160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Analyze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 structured reports and confidence scores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234440"/>
            <a:ext cx="1371600" cy="13716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1228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084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31546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Trigger workflows, alerts, or export to your systems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5FD8">
              <a:alpha val="12000"/>
            </a:srgbClr>
          </a:solidFill>
          <a:ln w="12700">
            <a:solidFill>
              <a:srgbClr val="1E5F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9748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594360" cy="59436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216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Object Detection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Identify &amp; track objects with 99.2% 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9748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234440"/>
            <a:ext cx="594360" cy="59436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1216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Video Intelligence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Frame-by-frame AI analysis at 4K resolution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9748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234440"/>
            <a:ext cx="594360" cy="59436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12161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Multi-language OCR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Extract text from 50+ languages instantly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9748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54680"/>
            <a:ext cx="594360" cy="59436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136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Custom Model Training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 domain-specific models with your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269748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3154680"/>
            <a:ext cx="594360" cy="59436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3136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API-first Design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7472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RESTful API with SDKs for 10+ languages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71800"/>
            <a:ext cx="2697480" cy="1691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3154680"/>
            <a:ext cx="594360" cy="594360"/>
          </a:xfrm>
          <a:prstGeom prst="ellipse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3136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Scalable Infrastructure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Handle 1M+ images per day on auto-scaling cloud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0FE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E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0" cy="182880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365760" y="100584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280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280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20574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0574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WebGL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E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1097280" cy="182880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16200000">
            <a:off x="4754880" y="100584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280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2801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280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FastAPI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0574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Node.js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0574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GraphQL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E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63240"/>
            <a:ext cx="109728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 rot="16200000">
            <a:off x="365760" y="306324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/ ML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600200" y="3337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PyTorch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337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TensorFlow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00200" y="41148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020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ONNX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017520" y="41148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Hugging Face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E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063240"/>
            <a:ext cx="109728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 rot="16200000">
            <a:off x="4754880" y="3063240"/>
            <a:ext cx="1097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89320" y="3337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AWS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06640" y="333756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Docker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41148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406640" y="41148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4114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8229600" cy="4069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86968"/>
            <a:ext cx="164592" cy="164592"/>
          </a:xfrm>
          <a:prstGeom prst="ellipse">
            <a:avLst/>
          </a:prstGeom>
          <a:solidFill>
            <a:srgbClr val="D04040"/>
          </a:solidFill>
          <a:ln w="12700">
            <a:solidFill>
              <a:srgbClr val="D04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886968"/>
            <a:ext cx="164592" cy="164592"/>
          </a:xfrm>
          <a:prstGeom prst="ellipse">
            <a:avLst/>
          </a:prstGeom>
          <a:solidFill>
            <a:srgbClr val="D09040"/>
          </a:solidFill>
          <a:ln w="12700">
            <a:solidFill>
              <a:srgbClr val="D09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886968"/>
            <a:ext cx="164592" cy="164592"/>
          </a:xfrm>
          <a:prstGeom prst="ellipse">
            <a:avLst/>
          </a:prstGeom>
          <a:solidFill>
            <a:srgbClr val="40A040"/>
          </a:solidFill>
          <a:ln w="12700">
            <a:solidFill>
              <a:srgbClr val="40A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804672"/>
            <a:ext cx="4572000" cy="320040"/>
          </a:xfrm>
          <a:prstGeom prst="roundRect">
            <a:avLst>
              <a:gd name="adj" fmla="val 17143"/>
            </a:avLst>
          </a:prstGeom>
          <a:solidFill>
            <a:srgbClr val="16284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🔒  app.visionforge.ai/demo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286000" cy="36576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📊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2286000" cy="41148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5786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📹 Video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054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📈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529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⚙️ Settings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12618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 Detection — Live Feed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80360" y="1691640"/>
            <a:ext cx="3474720" cy="21945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6916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CFE"/>
                </a:solidFill>
              </a:rPr>
              <a:t>[ LIVE VIDEO FEED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FACFE"/>
                </a:solidFill>
              </a:rPr>
              <a:t>99.2% 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FACFE"/>
                </a:solidFill>
              </a:rPr>
              <a:t>3 Objects Detected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011680"/>
            <a:ext cx="1097280" cy="82296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691640"/>
            <a:ext cx="201168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Frames/sec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CFE"/>
                </a:solidFill>
              </a:rPr>
              <a:t>240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2404872"/>
            <a:ext cx="201168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432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CFE"/>
                </a:solidFill>
              </a:rPr>
              <a:t>99.2%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3118104"/>
            <a:ext cx="201168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145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Latency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CFE"/>
                </a:solidFill>
              </a:rPr>
              <a:t>12ms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137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CFE"/>
                </a:solidFill>
              </a:rPr>
              <a:t>07  LIVE DEMO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E5FD8">
              <a:alpha val="12000"/>
            </a:srgbClr>
          </a:solidFill>
          <a:ln w="12700">
            <a:solidFill>
              <a:srgbClr val="1E5F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4FACFE">
              <a:alpha val="8000"/>
            </a:srgbClr>
          </a:solidFill>
          <a:ln w="12700">
            <a:solidFill>
              <a:srgbClr val="4FACFE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B"/>
                </a:solidFill>
              </a:rPr>
              <a:t>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3794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AI Deployment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1762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On-device inference for IoT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Offline-capable mobile SDK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493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5G real-time streaming support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1005840"/>
            <a:ext cx="2743200" cy="3794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Multimodal Expansion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240280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94176" y="21762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Audio + video fusion models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0" y="2898648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Natural language query interface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557016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3493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3D point cloud processing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005840"/>
            <a:ext cx="2743200" cy="3794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Autonomous Operations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2240280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21762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Self-healing AI pipelines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898648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0256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Federated learning across clients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3557016"/>
            <a:ext cx="128016" cy="128016"/>
          </a:xfrm>
          <a:prstGeom prst="ellipse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34930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Industry-specific vertical models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0" y="4709160"/>
            <a:ext cx="5120640" cy="0"/>
          </a:xfrm>
          <a:prstGeom prst="rect">
            <a:avLst/>
          </a:prstGeom>
          <a:solidFill>
            <a:srgbClr val="1E5FD8"/>
          </a:solidFill>
          <a:ln w="12700">
            <a:solidFill>
              <a:srgbClr val="1E5F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ACFE"/>
                </a:solidFill>
              </a:rPr>
              <a:t>Let's build the future of vision together  →  contact@visionforge.ai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VisionForge</dc:title>
  <dc:subject>PptxGenJS Presentation</dc:subject>
  <dc:creator>PptxGenJS</dc:creator>
  <cp:lastModifiedBy>PptxGenJS</cp:lastModifiedBy>
  <cp:revision>1</cp:revision>
  <dcterms:created xsi:type="dcterms:W3CDTF">2026-06-06T06:26:28Z</dcterms:created>
  <dcterms:modified xsi:type="dcterms:W3CDTF">2026-06-06T06:26:28Z</dcterms:modified>
</cp:coreProperties>
</file>